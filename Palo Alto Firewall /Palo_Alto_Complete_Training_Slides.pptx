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Relationship Id="rId26" Type="http://schemas.openxmlformats.org/officeDocument/2006/relationships/slide" Target="slides/slide25.xml"/>
<Relationship Id="rId27" Type="http://schemas.openxmlformats.org/officeDocument/2006/relationships/slide" Target="slides/slide26.xml"/>
<Relationship Id="rId28" Type="http://schemas.openxmlformats.org/officeDocument/2006/relationships/slide" Target="slides/slide27.xml"/>
<Relationship Id="rId29" Type="http://schemas.openxmlformats.org/officeDocument/2006/relationships/slide" Target="slides/slide28.xml"/>
<Relationship Id="rId30" Type="http://schemas.openxmlformats.org/officeDocument/2006/relationships/slide" Target="slides/slide29.xml"/>
<Relationship Id="rId31" Type="http://schemas.openxmlformats.org/officeDocument/2006/relationships/slide" Target="slides/slide30.xml"/>
<Relationship Id="rId32" Type="http://schemas.openxmlformats.org/officeDocument/2006/relationships/slide" Target="slides/slide31.xml"/>
<Relationship Id="rId33" Type="http://schemas.openxmlformats.org/officeDocument/2006/relationships/slide" Target="slides/slide32.xml"/>
<Relationship Id="rId34" Type="http://schemas.openxmlformats.org/officeDocument/2006/relationships/slide" Target="slides/slide33.xml"/>
<Relationship Id="rId35" Type="http://schemas.openxmlformats.org/officeDocument/2006/relationships/slide" Target="slides/slide34.xml"/>
<Relationship Id="rId36" Type="http://schemas.openxmlformats.org/officeDocument/2006/relationships/slide" Target="slides/slide35.xml"/>
<Relationship Id="rId37" Type="http://schemas.openxmlformats.org/officeDocument/2006/relationships/slide" Target="slides/slide36.xml"/>
<Relationship Id="rId38" Type="http://schemas.openxmlformats.org/officeDocument/2006/relationships/slide" Target="slides/slide37.xml"/>
<Relationship Id="rId39" Type="http://schemas.openxmlformats.org/officeDocument/2006/relationships/slide" Target="slides/slide38.xml"/>
<Relationship Id="rId40" Type="http://schemas.openxmlformats.org/officeDocument/2006/relationships/slide" Target="slides/slide39.xml"/>
<Relationship Id="rId41" Type="http://schemas.openxmlformats.org/officeDocument/2006/relationships/slide" Target="slides/slide40.xml"/>
<Relationship Id="rId42" Type="http://schemas.openxmlformats.org/officeDocument/2006/relationships/slide" Target="slides/slide41.xml"/>
<Relationship Id="rId43" Type="http://schemas.openxmlformats.org/officeDocument/2006/relationships/slide" Target="slides/slide42.xml"/>
<Relationship Id="rId44" Type="http://schemas.openxmlformats.org/officeDocument/2006/relationships/slide" Target="slides/slide43.xml"/>
<Relationship Id="rId45" Type="http://schemas.openxmlformats.org/officeDocument/2006/relationships/slide" Target="slides/slide44.xml"/>
<Relationship Id="rId46" Type="http://schemas.openxmlformats.org/officeDocument/2006/relationships/slide" Target="slides/slide45.xml"/>
<Relationship Id="rId47" Type="http://schemas.openxmlformats.org/officeDocument/2006/relationships/slide" Target="slides/slide46.xml"/>
<Relationship Id="rId48" Type="http://schemas.openxmlformats.org/officeDocument/2006/relationships/slide" Target="slides/slide47.xml"/>
<Relationship Id="rId49" Type="http://schemas.openxmlformats.org/officeDocument/2006/relationships/slide" Target="slides/slide48.xml"/>
<Relationship Id="rId50" Type="http://schemas.openxmlformats.org/officeDocument/2006/relationships/slide" Target="slides/slide49.xml"/>
<Relationship Id="rId51" Type="http://schemas.openxmlformats.org/officeDocument/2006/relationships/slide" Target="slides/slide50.xml"/>
<Relationship Id="rId52" Type="http://schemas.openxmlformats.org/officeDocument/2006/relationships/slide" Target="slides/slide51.xml"/>
<Relationship Id="rId53" Type="http://schemas.openxmlformats.org/officeDocument/2006/relationships/slide" Target="slides/slide52.xml"/>
<Relationship Id="rId54" Type="http://schemas.openxmlformats.org/officeDocument/2006/relationships/slide" Target="slides/slide53.xml"/>
<Relationship Id="rId55" Type="http://schemas.openxmlformats.org/officeDocument/2006/relationships/slide" Target="slides/slide54.xml"/>
<Relationship Id="rId56" Type="http://schemas.openxmlformats.org/officeDocument/2006/relationships/slide" Target="slides/slide55.xml"/>
<Relationship Id="rId57" Type="http://schemas.openxmlformats.org/officeDocument/2006/relationships/slide" Target="slides/slide56.xml"/>
<Relationship Id="rId58" Type="http://schemas.openxmlformats.org/officeDocument/2006/relationships/slide" Target="slides/slide57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jp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jp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jp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jp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jp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jp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jp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jp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jp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jp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jp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jp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jp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jp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jp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jp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jp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jp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jpg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0.jpg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1.jpg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2.jpg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3.jpg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4.jpg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5.jpg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6.jpg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7.jpg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8.jpg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9.jpg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0.jpg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1.jpg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2.jpg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3.jpg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4.jpg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5.jpg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6.jpg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7.jpg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8.jpg"/>
</Relationships>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9.jpg"/>
</Relationships>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0.jpg"/>
</Relationships>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1.jpg"/>
</Relationships>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2.jpg"/>
</Relationships>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3.jpg"/>
</Relationships>
</file>

<file path=ppt/slides/_rels/slide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4.jpg"/>
</Relationships>
</file>

<file path=ppt/slides/_rels/slide4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5.jpg"/>
</Relationships>
</file>

<file path=ppt/slides/_rels/slide4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6.jpg"/>
</Relationships>
</file>

<file path=ppt/slides/_rels/slide4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7.jpg"/>
</Relationships>
</file>

<file path=ppt/slides/_rels/slide4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8.jpg"/>
</Relationships>
</file>

<file path=ppt/slides/_rels/slide4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9.jpg"/>
</Relationships>
</file>

<file path=ppt/slides/_rels/slide5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0.jpg"/>
</Relationships>
</file>

<file path=ppt/slides/_rels/slide5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1.jpg"/>
</Relationships>
</file>

<file path=ppt/slides/_rels/slide5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2.jpg"/>
</Relationships>
</file>

<file path=ppt/slides/_rels/slide5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3.jpg"/>
</Relationships>
</file>

<file path=ppt/slides/_rels/slide5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4.jpg"/>
</Relationships>
</file>

<file path=ppt/slides/_rels/slide5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5.jpg"/>
</Relationships>
</file>

<file path=ppt/slides/_rels/slide5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6.jpg"/>
</Relationships>
</file>

<file path=ppt/slides/_rels/slide5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7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Slide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Slide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Slide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Slide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Slide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Slide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SlideImag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SlideImag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SlideImag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SlideImage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SlideImage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SlideImage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SlideImage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SlideImage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SlideImage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SlideImage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SlideImage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SlideImage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SlideImage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SlideImage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SlideImage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SlideImage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SlideImage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SlideImage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SlideImage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" name="SlideImage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SlideImage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SlideImage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" name="SlideImage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" name="SlideImage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" name="SlideImage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SlideImage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SlideImage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" name="SlideImage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SlideImage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" name="SlideImage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" name="SlideImage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" name="SlideImage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" name="SlideImage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SlideImage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" name="SlideImage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" name="SlideImage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" name="SlideImage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" name="SlideImage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SlideImage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" name="SlideImage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" name="SlideImage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0" name="SlideImage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" name="SlideImage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" name="SlideImage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SlideImage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SlideImage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SlideImage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" name="SlideImage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7" name="SlideImage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" name="SlideImage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0" y="194625"/>
            <a:ext cx="11500000" cy="646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582D"/>
      </a:accent1>
      <a:accent2>
        <a:srgbClr val="0F294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Lst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(16:9)</PresentationFormat>
  <Paragraphs>0</Paragraphs>
  <Slides>57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Innspark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Palo Alto Networks 11+ Hours Video Training Slides</dc:title>
  <dc:creator>Nishu Saini</dc:creator>
</cp:coreProperties>
</file>